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Storyboard Animasi Bluea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Konten TikTok BlueCore – Versi Lengkap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Karakter Bluea</a:t>
            </a:r>
          </a:p>
        </p:txBody>
      </p:sp>
      <p:pic>
        <p:nvPicPr>
          <p:cNvPr id="3" name="Picture 2" descr="A_2D_digital_illustration_features_a_chibi-style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 – 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Bluea muncul dari gelembung dengan animasi pop.</a:t>
            </a:r>
          </a:p>
          <a:p>
            <a:r>
              <a:t>Bluea: 'Hai! Aku Bluea, sahabat aquarium kamu!'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 – Rumah Baru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Bluea berenang masuk aquarium.</a:t>
            </a:r>
          </a:p>
          <a:p>
            <a:r>
              <a:t>Bluea: 'Wahh, rumahnya bagus! Tapi… kok airnya agak keruh ya?'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3 – Masalah Aquarium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Bluea melihat air yang buram.</a:t>
            </a:r>
          </a:p>
          <a:p>
            <a:r>
              <a:t>Bluea: 'Ini pasti karena filternya kurang bekerja!'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4 – Muncul Cory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Cory masuk dari kiri.</a:t>
            </a:r>
          </a:p>
          <a:p>
            <a:r>
              <a:t>Cory: 'Bluea! Tenang! Aku bawa filter BlueCore!'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5 – Pemasangan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Animasi filter dipasang.</a:t>
            </a:r>
          </a:p>
          <a:p>
            <a:r>
              <a:t>Cory: 'Cukup klik… dan nyalakan!'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6 – Perubahan 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 aquarium perlahan bening.</a:t>
            </a:r>
          </a:p>
          <a:p>
            <a:r>
              <a:t>Bluea: 'Waaah cantikkk! Airnya jadi jernih!'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7 – Masalah Pakan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Bluey (ikan jantan) tampak lesu.</a:t>
            </a:r>
          </a:p>
          <a:p>
            <a:r>
              <a:t>Bluea: 'Bluey, kamu kenapa? Tidak semangat?'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8 – Solusi Pakan BlueCore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Cory datang bawa pakan.</a:t>
            </a:r>
          </a:p>
          <a:p>
            <a:r>
              <a:t>Cory: 'Ini solusinya! Pakan BlueCore premium!'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9 – Reaksi Bluey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Bluey makan pakan → tubuhnya lebih cerah.</a:t>
            </a:r>
          </a:p>
          <a:p>
            <a:r>
              <a:t>Bluea: 'Lihat! Warnanya jadi makin bagus!'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10 – Closing CTA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Bluea: 'Mau aquarium bersih dan ikan sehat? Pakai BlueCore!'</a:t>
            </a:r>
          </a:p>
          <a:p>
            <a:r>
              <a:t>Teks: 'Link di bio ya!'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